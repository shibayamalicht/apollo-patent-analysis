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APOLLO CAPCOM">
  <a:themeElements>
    <a:clrScheme name="APOLLO CAPCOM">
      <a:dk1>
        <a:srgbClr val="1B2A4A"/>
      </a:dk1>
      <a:lt1>
        <a:srgbClr val="FFFFFF"/>
      </a:lt1>
      <a:dk2>
        <a:srgbClr val="333333"/>
      </a:dk2>
      <a:lt2>
        <a:srgbClr val="F5F5F5"/>
      </a:lt2>
      <a:accent1>
        <a:srgbClr val="3B7DD8"/>
      </a:accent1>
      <a:accent2>
        <a:srgbClr val="2E5090"/>
      </a:accent2>
      <a:accent3>
        <a:srgbClr val="2E8B57"/>
      </a:accent3>
      <a:accent4>
        <a:srgbClr val="D4A017"/>
      </a:accent4>
      <a:accent5>
        <a:srgbClr val="D64545"/>
      </a:accent5>
      <a:accent6>
        <a:srgbClr val="666666"/>
      </a:accent6>
      <a:hlink>
        <a:srgbClr val="3B7DD8"/>
      </a:hlink>
      <a:folHlink>
        <a:srgbClr val="666666"/>
      </a:folHlink>
    </a:clrScheme>
    <a:fontScheme name="APOLLO CAPCOM">
      <a:majorFont>
        <a:latin typeface="Hiragino Sans"/>
        <a:ea typeface="Hiragino Sans"/>
        <a:cs typeface=""/>
        <a:font script="Jpan" typeface="Hiragino Sans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iragino Sans"/>
        <a:ea typeface="Hiragino Sans"/>
        <a:cs typeface=""/>
        <a:font script="Jpan" typeface="Hiragino Sans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